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0A896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CeliacDB docking pipeline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AutoDock Vina to HADDOCK3 — architecture, migration plan, and rollout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pipeline  ·  New pipeline  ·  Key differences  ·  Migration plan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pipeline — AutoDock Vina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grid-based docking that runs inside a single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46504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scan HLA-DQ source folders, parse docking logs, and copy structure files into public/uploads. Each protein document bundles metadata, file paths, and precomputed docking results into MongoDB.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50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79776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parsed results live in MongoDB while heavy PDB structure files stay on disk. Every downstream route has to reassemble both pieces to serve a complete result.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838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and docking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13048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browse existing proteins, view a precomputed peptide-protein result, or upload their own peptide for custom docking. Only the custom path triggers a new calculation.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171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docking with Vina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46320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uploaded peptide is converted to PDBQT and docked against the receptor with AutoDock Vina inside one synchronous request, capped at 15 minutes. Vina scores poses with a grid-based search and returns the best affinity and RMSD immediately.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5504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cleanup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879592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 in the same Mol* viewer used for precomputed docking, with downloads for the pose, log, and config. Session files are deleted automatically after 24 hours to bound temporary storage.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pipeline — HADDOCK3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Asynchronous, restraint-driven docking run by a background worker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(updated)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46504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now also captures active and passive interface residues for each HLA allele. These restraint sets replace Vina's grid coordinates as the basis for docking.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50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(updated)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79776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jobs collection tracks asynchronous docking runs alongside existing protein and file records. It stores job status, per-stage progress, and final cluster scores instead of one session JSON.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838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and queue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13048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validated exactly as before, but the request now returns a job ID immediately instead of waiting for docking to finish. A background worker later picks the job up from the queue.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171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HADDOCK3 worker pipeline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46320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worker runs HADDOCK3's staged pipeline: topology generation, rigid-body docking, flexible refinement, and final refinement. Restraint-driven docking lets the binding groove and peptide interface adapt, rather than scoring one rigid pose.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5504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cleanup (polled)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879592"/>
            <a:ext cx="10058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polls job status until clustering and scoring finish, then renders the top-ranked complex in the same shared results view. Completed sessions are still cleaned up after 24 hours, same as before.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new architecture departs from the old one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512064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3251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— AutoDock Vina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— HADDOCK3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Docking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Grid-based search over a fixed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Restraint-driven using active and passive residues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Synchronous, runs inside the HTTP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Asynchronous, queued to a background 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up to a 15-minute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several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affinity and RMSD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HADDOCK score, cluster size, 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receptor and ligand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Semi-flexible refinement of interface residues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session JSON file per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collection with staged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inside the Node app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worker process (Python and CNS)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approach — engine replacement, not rewrite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 is coupled to PDBQT files, grid config, and log parsing — a shared interface hides that from the rest of the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98848" y="141732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98848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customDockingController.js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9048" y="1965960"/>
            <a:ext cx="0" cy="384048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2377440"/>
            <a:ext cx="5056632" cy="960120"/>
          </a:xfrm>
          <a:prstGeom prst="roundRect">
            <a:avLst>
              <a:gd name="adj" fmla="val 9524"/>
            </a:avLst>
          </a:prstGeom>
          <a:solidFill>
            <a:srgbClr val="5B64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487168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engine interface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8036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prepareInput  ·  createJob  ·  runJob  ·  parseResults  ·  collectArtifacts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3337560"/>
            <a:ext cx="0" cy="621792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85632" y="3337560"/>
            <a:ext cx="0" cy="621792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37360" y="39776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07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37360" y="4041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VinaDockingEngine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logic, kept behind a flag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39776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4041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Haddock3DockingEngine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engine, validated by benchmark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74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implement the same interface, so the controller, routes, and Mol* viewer never need to know which one produced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order (1 of 2)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engine standalone before any user ever touches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standalone HADDOCK3 benchmark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92224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HADDOCK3 in its own Conda environment and dock one known receptor-peptide pair from the command line. This confirms runtime, dependencies, and output structure before any app code depends on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51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Haddock3DockingEngine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80944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shared interface (prepareInput, createJob, runJob, parseResults, collectArtifacts) and implement it for both engines, so the controller talks to the interface rather than either engine directly.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40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job records and asynchronous execution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69664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synchronous docking call with a job record and a background worker. The HTTP request creates the job and returns an ID immediately.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output parsing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358384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parser that normalizes HADDOCK3's ranked clusters, scores, and energy terms into a generic result shape the app can display.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order (2 of 2)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gradually, with Vina as the safety 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results page engine-neutral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75104"/>
            <a:ext cx="10058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results view so it displays whichever engine and metrics apply, instead of assuming Vina's fields and branding.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17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Vina available behind a configuration flag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46704"/>
            <a:ext cx="10058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coexist during the transition, so HADDOCK3 output can be compared against known-good Vina results with an instant rollback path.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default engine only after benchmark validation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718304"/>
            <a:ext cx="10058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HADDOCK3 becomes the default only once known structures, malformed inputs, and failure cases all behave correctly.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engine swap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changes that sit outside the seven-step rollout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11296" cy="3246120"/>
          </a:xfrm>
          <a:prstGeom prst="roundRect">
            <a:avLst>
              <a:gd name="adj" fmla="val 2254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457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protocol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626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HLA-DQ chain is the receptor?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Sequence-only peptide, or uploaded PDB?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residues are active vs passive?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HADDOCK3 modules run: topoaa, rigid-body, refinement?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4256" y="1417320"/>
            <a:ext cx="3511296" cy="3246120"/>
          </a:xfrm>
          <a:prstGeom prst="roundRect">
            <a:avLst>
              <a:gd name="adj" fmla="val 2254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608576" y="1691640"/>
            <a:ext cx="45720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08576" y="1828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377440"/>
            <a:ext cx="29626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engine, status, and config fields per job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Vina fields (affinity, rmsdLb, rmsdUb) kept unchanged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Artifacts, clusters, and metrics stored per job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result shape shared across engines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511296" cy="3246120"/>
          </a:xfrm>
          <a:prstGeom prst="roundRect">
            <a:avLst>
              <a:gd name="adj" fmla="val 2254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94192" y="1691640"/>
            <a:ext cx="457200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94192" y="1828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377440"/>
            <a:ext cx="29626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port mismatch: guide says 3000, app defaults to 5000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Conda env and haddock3 executable path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job storage limits, concurrency, and timeouts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behavior when the server restarts mid-job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847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interface modeling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128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Restraint-based docking captures interface flexibility that Vina's rigid grid search misses.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breaks along the way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18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interface and a feature flag mean Vina keeps working while HADDOCK3 is validated.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858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surrounding architecture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224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browsing, storage, security, and cleanup patterns carry over almost unchanged.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run the standalone HADDOCK3 benchmark, then implement the engine interface behind a feature flag.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2026-09-12T09:31:52Z</dcterms:created>
  <dcterms:modified xsi:type="dcterms:W3CDTF">2026-09-12T09:31:52Z</dcterms:modified>
</cp:coreProperties>
</file>